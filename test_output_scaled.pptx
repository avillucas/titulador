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7561263" cy="5346700"/>
  <p:notesSz cx="4565650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84">
          <p15:clr>
            <a:srgbClr val="000000"/>
          </p15:clr>
        </p15:guide>
        <p15:guide id="2" pos="2382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04" y="-192"/>
      </p:cViewPr>
      <p:guideLst>
        <p:guide orient="horz" pos="1684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509588"/>
            <a:ext cx="36068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56565" y="3228897"/>
            <a:ext cx="365252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064" tIns="62064" rIns="62064" bIns="6206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00837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456565" y="3228897"/>
            <a:ext cx="3652520" cy="3058954"/>
          </a:xfrm>
          <a:prstGeom prst="rect">
            <a:avLst/>
          </a:prstGeom>
        </p:spPr>
        <p:txBody>
          <a:bodyPr spcFirstLastPara="1" wrap="square" lIns="62064" tIns="62064" rIns="62064" bIns="62064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509588"/>
            <a:ext cx="36068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962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456565" y="3228897"/>
            <a:ext cx="3652520" cy="3058954"/>
          </a:xfrm>
          <a:prstGeom prst="rect">
            <a:avLst/>
          </a:prstGeom>
        </p:spPr>
        <p:txBody>
          <a:bodyPr spcFirstLastPara="1" wrap="square" lIns="62064" tIns="62064" rIns="62064" bIns="62064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509588"/>
            <a:ext cx="36068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85206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7095" y="1660943"/>
            <a:ext cx="6427074" cy="11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34190" y="3029797"/>
            <a:ext cx="5292884" cy="13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lvl="0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78063" y="1247564"/>
            <a:ext cx="6805137" cy="352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597287" y="3435750"/>
            <a:ext cx="6427074" cy="106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597287" y="2266160"/>
            <a:ext cx="6427074" cy="116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2428" y="972803"/>
            <a:ext cx="2750147" cy="275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3188595" y="972803"/>
            <a:ext cx="2751460" cy="275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78063" y="1196820"/>
            <a:ext cx="3340871" cy="49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378063" y="1695597"/>
            <a:ext cx="3340871" cy="308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3841017" y="1196820"/>
            <a:ext cx="3342183" cy="49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3841017" y="1695597"/>
            <a:ext cx="3342183" cy="308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78064" y="212878"/>
            <a:ext cx="2487603" cy="90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956244" y="212878"/>
            <a:ext cx="4226956" cy="456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78064" y="1118847"/>
            <a:ext cx="2487603" cy="3657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482060" y="3742690"/>
            <a:ext cx="4536758" cy="44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482060" y="477738"/>
            <a:ext cx="4536758" cy="320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R="0" lvl="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482060" y="4184536"/>
            <a:ext cx="4536758" cy="627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016344" y="-390717"/>
            <a:ext cx="3528575" cy="680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458574" y="1242644"/>
            <a:ext cx="3557041" cy="140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81748" y="-102237"/>
            <a:ext cx="3557041" cy="4095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8063" y="1247564"/>
            <a:ext cx="6805137" cy="352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marR="0" lvl="0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4650" algn="l" rtl="0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925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frente CERTIFICADO FO.jpg"/>
          <p:cNvPicPr preferRelativeResize="0"/>
          <p:nvPr/>
        </p:nvPicPr>
        <p:blipFill rotWithShape="1">
          <a:blip r:embed="rId3">
            <a:alphaModFix/>
          </a:blip>
          <a:srcRect l="383" r="383"/>
          <a:stretch/>
        </p:blipFill>
        <p:spPr>
          <a:xfrm>
            <a:off x="0" y="-25024"/>
            <a:ext cx="7558497" cy="53879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66053" y="2151259"/>
            <a:ext cx="49292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defRPr b="1" sz="1400"/>
            </a:pPr>
            <a:r>
              <a:t>SANCHEZ STELLA MARIS</a:t>
            </a:r>
            <a:endParaRPr lang="es-ES" b="1" dirty="0">
              <a:solidFill>
                <a:schemeClr val="dk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280301" y="2530474"/>
            <a:ext cx="10715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t>22.617.940</a:t>
            </a:r>
            <a:endParaRPr lang="es-ES" sz="1200" dirty="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280829" y="2816226"/>
            <a:ext cx="5715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</a:rPr>
              <a:t>230</a:t>
            </a:r>
            <a:r>
              <a:rPr lang="es-ES" sz="1200" dirty="0" smtClean="0">
                <a:solidFill>
                  <a:schemeClr val="dk1"/>
                </a:solidFill>
              </a:rPr>
              <a:t/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63600" y="2826954"/>
            <a:ext cx="40719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lvl="0">
              <a:defRPr sz="950"/>
            </a:pPr>
            <a:r>
              <a:rPr lang="es-ES" sz="1200" dirty="0"/>
              <a:t>Operadora/or de Carpintería y Fabricación de Mobiliario</a:t>
            </a:r>
            <a:r>
              <a:rPr lang="es-ES" sz="1200" dirty="0" smtClean="0"/>
              <a:t/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923507" y="3101978"/>
            <a:ext cx="30718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>
              <a:defRPr sz="900"/>
            </a:pPr>
            <a:r>
              <a:rPr lang="es-ES" sz="1200" dirty="0"/>
              <a:t>Operadora/or de Carpintería y Fabricación de Mobiliario</a:t>
            </a:r>
            <a:endParaRPr lang="es-ES" sz="1200" dirty="0"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1673" y="3387730"/>
            <a:ext cx="59293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200" dirty="0" smtClean="0"/>
              <a:t>Resolución Nro. RESOC-2022-2450-GDEBA-DGCYE</a:t>
            </a:r>
            <a:endParaRPr lang="es-ES" sz="1200" dirty="0">
              <a:solidFill>
                <a:schemeClr val="dk1"/>
              </a:solidFill>
            </a:endParaRPr>
          </a:p>
          <a:p>
            <a:pPr lvl="0"/>
            <a:endParaRPr lang="es-ES" sz="1200" dirty="0">
              <a:solidFill>
                <a:schemeClr val="dk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994813" y="3896549"/>
            <a:ext cx="714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</a:rPr>
              <a:t>02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852069" y="3896549"/>
            <a:ext cx="20717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Septiembre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280961" y="3896549"/>
            <a:ext cx="714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082800" y="1498600"/>
            <a:ext cx="355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1993900" y="1498600"/>
            <a:ext cx="3465524" cy="153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6 CuadroTexto"/>
          <p:cNvSpPr txBox="1"/>
          <p:nvPr/>
        </p:nvSpPr>
        <p:spPr>
          <a:xfrm>
            <a:off x="2143126" y="1448642"/>
            <a:ext cx="36472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smtClean="0">
                <a:latin typeface="Arial Rounded MT Bold" pitchFamily="34" charset="0"/>
              </a:rPr>
              <a:t>         </a:t>
            </a:r>
            <a:r>
              <a:rPr lang="es-ES" sz="1100" b="1" dirty="0" smtClean="0">
                <a:latin typeface="Arial Rounded MT Bold" pitchFamily="34" charset="0"/>
              </a:rPr>
              <a:t>SUBSECRETARIA DE EDUCACIÓN</a:t>
            </a:r>
            <a:endParaRPr lang="es-ES" sz="1100" b="1" dirty="0"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Dorso CERTIFICADO F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" y="254"/>
            <a:ext cx="7559040" cy="534619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23045" y="458772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AR" sz="1000" dirty="0"/>
              <a:t>--------------------------------------------------------------------------</a:t>
            </a:r>
            <a:r>
              <a:rPr lang="es-AR" sz="1000" dirty="0" smtClean="0"/>
              <a:t/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3923507" y="458772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3045" y="88740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--------------------------------------------------------------------------</a:t>
            </a:r>
            <a:r>
              <a:rPr lang="es-ES" sz="1000" dirty="0" smtClean="0"/>
              <a:t/>
            </a:r>
            <a:r>
              <a:rPr lang="es-AR" sz="1000" dirty="0" smtClean="0"/>
              <a:t/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923507" y="88740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23045" y="124459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AR" sz="1000" dirty="0"/>
              <a:t>--------------------------------------------------------------------------</a:t>
            </a:r>
            <a:r>
              <a:rPr lang="es-AR" sz="1000" dirty="0" smtClean="0"/>
              <a:t/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923507" y="124459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23045" y="1641311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--------------------------------------------------------------------------</a:t>
            </a:r>
            <a:r>
              <a:rPr lang="es-ES" sz="1000" dirty="0" smtClean="0"/>
              <a:t/>
            </a:r>
            <a:r>
              <a:rPr lang="es-ES" sz="1000" dirty="0"/>
              <a:t/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923507" y="1641311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23045" y="2030408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23507" y="2030408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423177" y="2554266"/>
            <a:ext cx="221457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</a:rPr>
              <a:t>14 de Julio de 2025</a:t>
            </a: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780763" y="2563930"/>
            <a:ext cx="2500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</a:rPr>
              <a:t>354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37425" y="4244986"/>
            <a:ext cx="2500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412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637887" y="4244986"/>
            <a:ext cx="2500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Lomas de Zamora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72</Words>
  <Application>Microsoft Office PowerPoint</Application>
  <PresentationFormat>Personalizado</PresentationFormat>
  <Paragraphs>22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</dc:creator>
  <cp:lastModifiedBy>Centro Formación Profesional</cp:lastModifiedBy>
  <cp:revision>32</cp:revision>
  <cp:lastPrinted>2023-11-17T15:10:13Z</cp:lastPrinted>
  <dcterms:modified xsi:type="dcterms:W3CDTF">2025-08-25T22:19:58Z</dcterms:modified>
</cp:coreProperties>
</file>