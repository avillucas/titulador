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4"/>
  </p:notesMasterIdLst>
  <p:sldIdLst>
    <p:sldId id="256" r:id="rId2"/>
    <p:sldId id="257" r:id="rId3"/>
  </p:sldIdLst>
  <p:sldSz cx="7561263" cy="5346700"/>
  <p:notesSz cx="4565650" cy="6797675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1684">
          <p15:clr>
            <a:srgbClr val="000000"/>
          </p15:clr>
        </p15:guide>
        <p15:guide id="2" pos="2382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620"/>
    <p:restoredTop sz="94660"/>
  </p:normalViewPr>
  <p:slideViewPr>
    <p:cSldViewPr snapToGrid="0">
      <p:cViewPr>
        <p:scale>
          <a:sx n="150" d="100"/>
          <a:sy n="150" d="100"/>
        </p:scale>
        <p:origin x="-204" y="-192"/>
      </p:cViewPr>
      <p:guideLst>
        <p:guide orient="horz" pos="1684"/>
        <p:guide pos="238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509588"/>
            <a:ext cx="3606800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456565" y="3228897"/>
            <a:ext cx="3652520" cy="3058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064" tIns="62064" rIns="62064" bIns="62064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4008371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456565" y="3228897"/>
            <a:ext cx="3652520" cy="3058954"/>
          </a:xfrm>
          <a:prstGeom prst="rect">
            <a:avLst/>
          </a:prstGeom>
        </p:spPr>
        <p:txBody>
          <a:bodyPr spcFirstLastPara="1" wrap="square" lIns="62064" tIns="62064" rIns="62064" bIns="62064" anchor="t" anchorCtr="0">
            <a:noAutofit/>
          </a:bodyPr>
          <a:lstStyle/>
          <a:p>
            <a:pPr marL="0" indent="0">
              <a:buNone/>
            </a:pPr>
            <a:endParaRPr dirty="0"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509588"/>
            <a:ext cx="3606800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096215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>
            <a:spLocks noGrp="1"/>
          </p:cNvSpPr>
          <p:nvPr>
            <p:ph type="body" idx="1"/>
          </p:nvPr>
        </p:nvSpPr>
        <p:spPr>
          <a:xfrm>
            <a:off x="456565" y="3228897"/>
            <a:ext cx="3652520" cy="3058954"/>
          </a:xfrm>
          <a:prstGeom prst="rect">
            <a:avLst/>
          </a:prstGeom>
        </p:spPr>
        <p:txBody>
          <a:bodyPr spcFirstLastPara="1" wrap="square" lIns="62064" tIns="62064" rIns="62064" bIns="62064" anchor="t" anchorCtr="0">
            <a:noAutofit/>
          </a:bodyPr>
          <a:lstStyle/>
          <a:p>
            <a:pPr marL="0" indent="0">
              <a:buNone/>
            </a:pPr>
            <a:endParaRPr dirty="0"/>
          </a:p>
        </p:txBody>
      </p:sp>
      <p:sp>
        <p:nvSpPr>
          <p:cNvPr id="96" name="Google Shape;9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509588"/>
            <a:ext cx="3606800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785206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567095" y="1660943"/>
            <a:ext cx="6427074" cy="1146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750" tIns="36875" rIns="73750" bIns="368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1134190" y="3029797"/>
            <a:ext cx="5292884" cy="13663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750" tIns="36875" rIns="73750" bIns="36875" anchor="t" anchorCtr="0">
            <a:noAutofit/>
          </a:bodyPr>
          <a:lstStyle>
            <a:lvl1pPr lvl="0" algn="ctr">
              <a:spcBef>
                <a:spcPts val="520"/>
              </a:spcBef>
              <a:spcAft>
                <a:spcPts val="0"/>
              </a:spcAft>
              <a:buClr>
                <a:srgbClr val="888888"/>
              </a:buClr>
              <a:buSzPts val="26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460"/>
              </a:spcBef>
              <a:spcAft>
                <a:spcPts val="0"/>
              </a:spcAft>
              <a:buClr>
                <a:srgbClr val="888888"/>
              </a:buClr>
              <a:buSzPts val="23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380"/>
              </a:spcBef>
              <a:spcAft>
                <a:spcPts val="0"/>
              </a:spcAft>
              <a:buClr>
                <a:srgbClr val="888888"/>
              </a:buClr>
              <a:buSzPts val="19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dt" idx="10"/>
          </p:nvPr>
        </p:nvSpPr>
        <p:spPr>
          <a:xfrm>
            <a:off x="378063" y="4955599"/>
            <a:ext cx="1764295" cy="284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750" tIns="36875" rIns="73750" bIns="368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5" name="Google Shape;15;p2"/>
          <p:cNvSpPr txBox="1">
            <a:spLocks noGrp="1"/>
          </p:cNvSpPr>
          <p:nvPr>
            <p:ph type="ftr" idx="11"/>
          </p:nvPr>
        </p:nvSpPr>
        <p:spPr>
          <a:xfrm>
            <a:off x="2583432" y="4955599"/>
            <a:ext cx="2394400" cy="284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750" tIns="36875" rIns="73750" bIns="368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5418905" y="4955599"/>
            <a:ext cx="1764295" cy="284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750" tIns="36875" rIns="73750" bIns="368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378063" y="214116"/>
            <a:ext cx="6805137" cy="891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750" tIns="36875" rIns="73750" bIns="368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1"/>
          </p:nvPr>
        </p:nvSpPr>
        <p:spPr>
          <a:xfrm>
            <a:off x="378063" y="1247564"/>
            <a:ext cx="6805137" cy="3528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750" tIns="36875" rIns="73750" bIns="36875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dt" idx="10"/>
          </p:nvPr>
        </p:nvSpPr>
        <p:spPr>
          <a:xfrm>
            <a:off x="378063" y="4955599"/>
            <a:ext cx="1764295" cy="284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750" tIns="36875" rIns="73750" bIns="368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1" name="Google Shape;21;p3"/>
          <p:cNvSpPr txBox="1">
            <a:spLocks noGrp="1"/>
          </p:cNvSpPr>
          <p:nvPr>
            <p:ph type="ftr" idx="11"/>
          </p:nvPr>
        </p:nvSpPr>
        <p:spPr>
          <a:xfrm>
            <a:off x="2583432" y="4955599"/>
            <a:ext cx="2394400" cy="284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750" tIns="36875" rIns="73750" bIns="368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5418905" y="4955599"/>
            <a:ext cx="1764295" cy="284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750" tIns="36875" rIns="73750" bIns="368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597287" y="3435750"/>
            <a:ext cx="6427074" cy="1061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750" tIns="36875" rIns="73750" bIns="3687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597287" y="2266160"/>
            <a:ext cx="6427074" cy="1169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750" tIns="36875" rIns="73750" bIns="36875" anchor="b" anchorCtr="0">
            <a:noAutofit/>
          </a:bodyPr>
          <a:lstStyle>
            <a:lvl1pPr marL="457200" lvl="0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260"/>
              </a:spcBef>
              <a:spcAft>
                <a:spcPts val="0"/>
              </a:spcAft>
              <a:buClr>
                <a:srgbClr val="888888"/>
              </a:buClr>
              <a:buSzPts val="1300"/>
              <a:buNone/>
              <a:defRPr sz="13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2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2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2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2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2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2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dt" idx="10"/>
          </p:nvPr>
        </p:nvSpPr>
        <p:spPr>
          <a:xfrm>
            <a:off x="378063" y="4955599"/>
            <a:ext cx="1764295" cy="284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750" tIns="36875" rIns="73750" bIns="368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7" name="Google Shape;27;p4"/>
          <p:cNvSpPr txBox="1">
            <a:spLocks noGrp="1"/>
          </p:cNvSpPr>
          <p:nvPr>
            <p:ph type="ftr" idx="11"/>
          </p:nvPr>
        </p:nvSpPr>
        <p:spPr>
          <a:xfrm>
            <a:off x="2583432" y="4955599"/>
            <a:ext cx="2394400" cy="284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750" tIns="36875" rIns="73750" bIns="368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5418905" y="4955599"/>
            <a:ext cx="1764295" cy="284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750" tIns="36875" rIns="73750" bIns="368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378063" y="214116"/>
            <a:ext cx="6805137" cy="891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750" tIns="36875" rIns="73750" bIns="368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1"/>
          </p:nvPr>
        </p:nvSpPr>
        <p:spPr>
          <a:xfrm>
            <a:off x="312428" y="972803"/>
            <a:ext cx="2750147" cy="2751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750" tIns="36875" rIns="73750" bIns="36875" anchor="t" anchorCtr="0">
            <a:noAutofit/>
          </a:bodyPr>
          <a:lstStyle>
            <a:lvl1pPr marL="457200" lvl="0" indent="-374650" algn="l">
              <a:spcBef>
                <a:spcPts val="46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  <a:defRPr sz="2300"/>
            </a:lvl1pPr>
            <a:lvl2pPr marL="914400" lvl="1" indent="-34925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Char char="–"/>
              <a:defRPr sz="1900"/>
            </a:lvl2pPr>
            <a:lvl3pPr marL="1371600" lvl="2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lvl="3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marL="2286000" lvl="4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marL="2743200" lvl="5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2"/>
          </p:nvPr>
        </p:nvSpPr>
        <p:spPr>
          <a:xfrm>
            <a:off x="3188595" y="972803"/>
            <a:ext cx="2751460" cy="2751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750" tIns="36875" rIns="73750" bIns="36875" anchor="t" anchorCtr="0">
            <a:noAutofit/>
          </a:bodyPr>
          <a:lstStyle>
            <a:lvl1pPr marL="457200" lvl="0" indent="-374650" algn="l">
              <a:spcBef>
                <a:spcPts val="46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  <a:defRPr sz="2300"/>
            </a:lvl1pPr>
            <a:lvl2pPr marL="914400" lvl="1" indent="-34925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Char char="–"/>
              <a:defRPr sz="1900"/>
            </a:lvl2pPr>
            <a:lvl3pPr marL="1371600" lvl="2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lvl="3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marL="2286000" lvl="4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marL="2743200" lvl="5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dt" idx="10"/>
          </p:nvPr>
        </p:nvSpPr>
        <p:spPr>
          <a:xfrm>
            <a:off x="378063" y="4955599"/>
            <a:ext cx="1764295" cy="284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750" tIns="36875" rIns="73750" bIns="368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4" name="Google Shape;34;p5"/>
          <p:cNvSpPr txBox="1">
            <a:spLocks noGrp="1"/>
          </p:cNvSpPr>
          <p:nvPr>
            <p:ph type="ftr" idx="11"/>
          </p:nvPr>
        </p:nvSpPr>
        <p:spPr>
          <a:xfrm>
            <a:off x="2583432" y="4955599"/>
            <a:ext cx="2394400" cy="284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750" tIns="36875" rIns="73750" bIns="368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5" name="Google Shape;35;p5"/>
          <p:cNvSpPr txBox="1">
            <a:spLocks noGrp="1"/>
          </p:cNvSpPr>
          <p:nvPr>
            <p:ph type="sldNum" idx="12"/>
          </p:nvPr>
        </p:nvSpPr>
        <p:spPr>
          <a:xfrm>
            <a:off x="5418905" y="4955599"/>
            <a:ext cx="1764295" cy="284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750" tIns="36875" rIns="73750" bIns="368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>
            <a:spLocks noGrp="1"/>
          </p:cNvSpPr>
          <p:nvPr>
            <p:ph type="title"/>
          </p:nvPr>
        </p:nvSpPr>
        <p:spPr>
          <a:xfrm>
            <a:off x="378063" y="214116"/>
            <a:ext cx="6805137" cy="891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750" tIns="36875" rIns="73750" bIns="368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body" idx="1"/>
          </p:nvPr>
        </p:nvSpPr>
        <p:spPr>
          <a:xfrm>
            <a:off x="378063" y="1196820"/>
            <a:ext cx="3340871" cy="498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750" tIns="36875" rIns="73750" bIns="36875" anchor="b" anchorCtr="0">
            <a:noAutofit/>
          </a:bodyPr>
          <a:lstStyle>
            <a:lvl1pPr marL="457200" lvl="0" indent="-22860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 b="1"/>
            </a:lvl1pPr>
            <a:lvl2pPr marL="914400" lvl="1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2pPr>
            <a:lvl3pPr marL="1371600" lvl="2" indent="-228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3pPr>
            <a:lvl4pPr marL="1828800" lvl="3" indent="-228600" algn="l"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1"/>
            </a:lvl4pPr>
            <a:lvl5pPr marL="2286000" lvl="4" indent="-228600" algn="l"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1"/>
            </a:lvl5pPr>
            <a:lvl6pPr marL="2743200" lvl="5" indent="-228600" algn="l"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1"/>
            </a:lvl6pPr>
            <a:lvl7pPr marL="3200400" lvl="6" indent="-228600" algn="l"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1"/>
            </a:lvl7pPr>
            <a:lvl8pPr marL="3657600" lvl="7" indent="-228600" algn="l"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1"/>
            </a:lvl8pPr>
            <a:lvl9pPr marL="4114800" lvl="8" indent="-228600" algn="l"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1"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2"/>
          </p:nvPr>
        </p:nvSpPr>
        <p:spPr>
          <a:xfrm>
            <a:off x="378063" y="1695597"/>
            <a:ext cx="3340871" cy="3080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750" tIns="36875" rIns="73750" bIns="36875" anchor="t" anchorCtr="0">
            <a:noAutofit/>
          </a:bodyPr>
          <a:lstStyle>
            <a:lvl1pPr marL="457200" lvl="0" indent="-34925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 sz="1900"/>
            </a:lvl1pPr>
            <a:lvl2pPr marL="914400" lvl="1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2pPr>
            <a:lvl3pPr marL="1371600" lvl="2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marL="1828800" lvl="3" indent="-311150" algn="l"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Char char="–"/>
              <a:defRPr sz="1300"/>
            </a:lvl4pPr>
            <a:lvl5pPr marL="2286000" lvl="4" indent="-311150" algn="l"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Char char="»"/>
              <a:defRPr sz="1300"/>
            </a:lvl5pPr>
            <a:lvl6pPr marL="2743200" lvl="5" indent="-311150" algn="l"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 sz="1300"/>
            </a:lvl6pPr>
            <a:lvl7pPr marL="3200400" lvl="6" indent="-311150" algn="l"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 sz="1300"/>
            </a:lvl7pPr>
            <a:lvl8pPr marL="3657600" lvl="7" indent="-311150" algn="l"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 sz="1300"/>
            </a:lvl8pPr>
            <a:lvl9pPr marL="4114800" lvl="8" indent="-311150" algn="l"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 sz="1300"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3"/>
          </p:nvPr>
        </p:nvSpPr>
        <p:spPr>
          <a:xfrm>
            <a:off x="3841017" y="1196820"/>
            <a:ext cx="3342183" cy="498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750" tIns="36875" rIns="73750" bIns="36875" anchor="b" anchorCtr="0">
            <a:noAutofit/>
          </a:bodyPr>
          <a:lstStyle>
            <a:lvl1pPr marL="457200" lvl="0" indent="-22860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 b="1"/>
            </a:lvl1pPr>
            <a:lvl2pPr marL="914400" lvl="1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2pPr>
            <a:lvl3pPr marL="1371600" lvl="2" indent="-228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3pPr>
            <a:lvl4pPr marL="1828800" lvl="3" indent="-228600" algn="l"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1"/>
            </a:lvl4pPr>
            <a:lvl5pPr marL="2286000" lvl="4" indent="-228600" algn="l"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1"/>
            </a:lvl5pPr>
            <a:lvl6pPr marL="2743200" lvl="5" indent="-228600" algn="l"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1"/>
            </a:lvl6pPr>
            <a:lvl7pPr marL="3200400" lvl="6" indent="-228600" algn="l"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1"/>
            </a:lvl7pPr>
            <a:lvl8pPr marL="3657600" lvl="7" indent="-228600" algn="l"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1"/>
            </a:lvl8pPr>
            <a:lvl9pPr marL="4114800" lvl="8" indent="-228600" algn="l"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4"/>
          </p:nvPr>
        </p:nvSpPr>
        <p:spPr>
          <a:xfrm>
            <a:off x="3841017" y="1695597"/>
            <a:ext cx="3342183" cy="3080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750" tIns="36875" rIns="73750" bIns="36875" anchor="t" anchorCtr="0">
            <a:noAutofit/>
          </a:bodyPr>
          <a:lstStyle>
            <a:lvl1pPr marL="457200" lvl="0" indent="-34925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 sz="1900"/>
            </a:lvl1pPr>
            <a:lvl2pPr marL="914400" lvl="1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2pPr>
            <a:lvl3pPr marL="1371600" lvl="2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marL="1828800" lvl="3" indent="-311150" algn="l"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Char char="–"/>
              <a:defRPr sz="1300"/>
            </a:lvl4pPr>
            <a:lvl5pPr marL="2286000" lvl="4" indent="-311150" algn="l"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Char char="»"/>
              <a:defRPr sz="1300"/>
            </a:lvl5pPr>
            <a:lvl6pPr marL="2743200" lvl="5" indent="-311150" algn="l"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 sz="1300"/>
            </a:lvl6pPr>
            <a:lvl7pPr marL="3200400" lvl="6" indent="-311150" algn="l"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 sz="1300"/>
            </a:lvl7pPr>
            <a:lvl8pPr marL="3657600" lvl="7" indent="-311150" algn="l"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 sz="1300"/>
            </a:lvl8pPr>
            <a:lvl9pPr marL="4114800" lvl="8" indent="-311150" algn="l"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 sz="13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dt" idx="10"/>
          </p:nvPr>
        </p:nvSpPr>
        <p:spPr>
          <a:xfrm>
            <a:off x="378063" y="4955599"/>
            <a:ext cx="1764295" cy="284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750" tIns="36875" rIns="73750" bIns="368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3" name="Google Shape;43;p6"/>
          <p:cNvSpPr txBox="1">
            <a:spLocks noGrp="1"/>
          </p:cNvSpPr>
          <p:nvPr>
            <p:ph type="ftr" idx="11"/>
          </p:nvPr>
        </p:nvSpPr>
        <p:spPr>
          <a:xfrm>
            <a:off x="2583432" y="4955599"/>
            <a:ext cx="2394400" cy="284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750" tIns="36875" rIns="73750" bIns="368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4" name="Google Shape;44;p6"/>
          <p:cNvSpPr txBox="1">
            <a:spLocks noGrp="1"/>
          </p:cNvSpPr>
          <p:nvPr>
            <p:ph type="sldNum" idx="12"/>
          </p:nvPr>
        </p:nvSpPr>
        <p:spPr>
          <a:xfrm>
            <a:off x="5418905" y="4955599"/>
            <a:ext cx="1764295" cy="284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750" tIns="36875" rIns="73750" bIns="368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ólo el título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>
            <a:spLocks noGrp="1"/>
          </p:cNvSpPr>
          <p:nvPr>
            <p:ph type="title"/>
          </p:nvPr>
        </p:nvSpPr>
        <p:spPr>
          <a:xfrm>
            <a:off x="378063" y="214116"/>
            <a:ext cx="6805137" cy="891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750" tIns="36875" rIns="73750" bIns="368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dt" idx="10"/>
          </p:nvPr>
        </p:nvSpPr>
        <p:spPr>
          <a:xfrm>
            <a:off x="378063" y="4955599"/>
            <a:ext cx="1764295" cy="284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750" tIns="36875" rIns="73750" bIns="368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8" name="Google Shape;48;p7"/>
          <p:cNvSpPr txBox="1">
            <a:spLocks noGrp="1"/>
          </p:cNvSpPr>
          <p:nvPr>
            <p:ph type="ftr" idx="11"/>
          </p:nvPr>
        </p:nvSpPr>
        <p:spPr>
          <a:xfrm>
            <a:off x="2583432" y="4955599"/>
            <a:ext cx="2394400" cy="284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750" tIns="36875" rIns="73750" bIns="368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9" name="Google Shape;49;p7"/>
          <p:cNvSpPr txBox="1">
            <a:spLocks noGrp="1"/>
          </p:cNvSpPr>
          <p:nvPr>
            <p:ph type="sldNum" idx="12"/>
          </p:nvPr>
        </p:nvSpPr>
        <p:spPr>
          <a:xfrm>
            <a:off x="5418905" y="4955599"/>
            <a:ext cx="1764295" cy="284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750" tIns="36875" rIns="73750" bIns="368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378063" y="4955599"/>
            <a:ext cx="1764295" cy="284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750" tIns="36875" rIns="73750" bIns="368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2583432" y="4955599"/>
            <a:ext cx="2394400" cy="284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750" tIns="36875" rIns="73750" bIns="368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5418905" y="4955599"/>
            <a:ext cx="1764295" cy="284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750" tIns="36875" rIns="73750" bIns="368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378064" y="212878"/>
            <a:ext cx="2487603" cy="905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750" tIns="36875" rIns="73750" bIns="36875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  <a:defRPr sz="16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2956244" y="212878"/>
            <a:ext cx="4226956" cy="4563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750" tIns="36875" rIns="73750" bIns="36875" anchor="t" anchorCtr="0">
            <a:noAutofit/>
          </a:bodyPr>
          <a:lstStyle>
            <a:lvl1pPr marL="457200" lvl="0" indent="-39370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  <a:defRPr sz="2600"/>
            </a:lvl1pPr>
            <a:lvl2pPr marL="914400" lvl="1" indent="-374650" algn="l">
              <a:spcBef>
                <a:spcPts val="460"/>
              </a:spcBef>
              <a:spcAft>
                <a:spcPts val="0"/>
              </a:spcAft>
              <a:buClr>
                <a:schemeClr val="dk1"/>
              </a:buClr>
              <a:buSzPts val="2300"/>
              <a:buChar char="–"/>
              <a:defRPr sz="2300"/>
            </a:lvl2pPr>
            <a:lvl3pPr marL="1371600" lvl="2" indent="-34925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 sz="19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378064" y="1118847"/>
            <a:ext cx="2487603" cy="36572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750" tIns="36875" rIns="73750" bIns="36875" anchor="t" anchorCtr="0">
            <a:noAutofit/>
          </a:bodyPr>
          <a:lstStyle>
            <a:lvl1pPr marL="457200" lvl="0" indent="-228600" algn="l"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marL="914400" lvl="1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2pPr>
            <a:lvl3pPr marL="1371600" lvl="2" indent="-22860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marL="1828800" lvl="3" indent="-228600" algn="l">
              <a:spcBef>
                <a:spcPts val="14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marL="2286000" lvl="4" indent="-228600" algn="l">
              <a:spcBef>
                <a:spcPts val="14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marL="2743200" lvl="5" indent="-228600" algn="l">
              <a:spcBef>
                <a:spcPts val="14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marL="3200400" lvl="6" indent="-228600" algn="l">
              <a:spcBef>
                <a:spcPts val="14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marL="3657600" lvl="7" indent="-228600" algn="l">
              <a:spcBef>
                <a:spcPts val="14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marL="4114800" lvl="8" indent="-228600" algn="l">
              <a:spcBef>
                <a:spcPts val="14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378063" y="4955599"/>
            <a:ext cx="1764295" cy="284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750" tIns="36875" rIns="73750" bIns="368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2583432" y="4955599"/>
            <a:ext cx="2394400" cy="284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750" tIns="36875" rIns="73750" bIns="368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5418905" y="4955599"/>
            <a:ext cx="1764295" cy="284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750" tIns="36875" rIns="73750" bIns="368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482060" y="3742690"/>
            <a:ext cx="4536758" cy="441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750" tIns="36875" rIns="73750" bIns="36875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  <a:defRPr sz="16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482060" y="477738"/>
            <a:ext cx="4536758" cy="3208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750" tIns="36875" rIns="73750" bIns="36875" anchor="t" anchorCtr="0">
            <a:noAutofit/>
          </a:bodyPr>
          <a:lstStyle>
            <a:lvl1pPr marR="0" lvl="0" algn="l" rtl="0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  <a:defRPr sz="2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46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None/>
              <a:defRPr sz="2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482060" y="4184536"/>
            <a:ext cx="4536758" cy="6274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750" tIns="36875" rIns="73750" bIns="36875" anchor="t" anchorCtr="0">
            <a:noAutofit/>
          </a:bodyPr>
          <a:lstStyle>
            <a:lvl1pPr marL="457200" lvl="0" indent="-228600" algn="l"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marL="914400" lvl="1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2pPr>
            <a:lvl3pPr marL="1371600" lvl="2" indent="-22860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marL="1828800" lvl="3" indent="-228600" algn="l">
              <a:spcBef>
                <a:spcPts val="14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marL="2286000" lvl="4" indent="-228600" algn="l">
              <a:spcBef>
                <a:spcPts val="14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marL="2743200" lvl="5" indent="-228600" algn="l">
              <a:spcBef>
                <a:spcPts val="14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marL="3200400" lvl="6" indent="-228600" algn="l">
              <a:spcBef>
                <a:spcPts val="14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marL="3657600" lvl="7" indent="-228600" algn="l">
              <a:spcBef>
                <a:spcPts val="14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marL="4114800" lvl="8" indent="-228600" algn="l">
              <a:spcBef>
                <a:spcPts val="14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378063" y="4955599"/>
            <a:ext cx="1764295" cy="284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750" tIns="36875" rIns="73750" bIns="368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2583432" y="4955599"/>
            <a:ext cx="2394400" cy="284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750" tIns="36875" rIns="73750" bIns="368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5418905" y="4955599"/>
            <a:ext cx="1764295" cy="284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750" tIns="36875" rIns="73750" bIns="368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378063" y="214116"/>
            <a:ext cx="6805137" cy="891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750" tIns="36875" rIns="73750" bIns="368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016344" y="-390717"/>
            <a:ext cx="3528575" cy="6805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750" tIns="36875" rIns="73750" bIns="36875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378063" y="4955599"/>
            <a:ext cx="1764295" cy="284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750" tIns="36875" rIns="73750" bIns="368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2583432" y="4955599"/>
            <a:ext cx="2394400" cy="284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750" tIns="36875" rIns="73750" bIns="368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5418905" y="4955599"/>
            <a:ext cx="1764295" cy="284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750" tIns="36875" rIns="73750" bIns="368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3458574" y="1242644"/>
            <a:ext cx="3557041" cy="14059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750" tIns="36875" rIns="73750" bIns="368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81748" y="-102237"/>
            <a:ext cx="3557041" cy="40956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750" tIns="36875" rIns="73750" bIns="36875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378063" y="4955599"/>
            <a:ext cx="1764295" cy="284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750" tIns="36875" rIns="73750" bIns="368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2583432" y="4955599"/>
            <a:ext cx="2394400" cy="284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750" tIns="36875" rIns="73750" bIns="368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5418905" y="4955599"/>
            <a:ext cx="1764295" cy="284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750" tIns="36875" rIns="73750" bIns="368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78063" y="214116"/>
            <a:ext cx="6805137" cy="891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750" tIns="36875" rIns="73750" bIns="368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alibri"/>
              <a:buNone/>
              <a:defRPr sz="3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78063" y="1247564"/>
            <a:ext cx="6805137" cy="3528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750" tIns="36875" rIns="73750" bIns="36875" anchor="t" anchorCtr="0">
            <a:noAutofit/>
          </a:bodyPr>
          <a:lstStyle>
            <a:lvl1pPr marL="457200" marR="0" lvl="0" indent="-393700" algn="l" rtl="0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  <a:defRPr sz="2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74650" algn="l" rtl="0">
              <a:spcBef>
                <a:spcPts val="46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–"/>
              <a:defRPr sz="2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9250" algn="l" rtl="0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378063" y="4955599"/>
            <a:ext cx="1764295" cy="284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750" tIns="36875" rIns="73750" bIns="368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2583432" y="4955599"/>
            <a:ext cx="2394400" cy="284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750" tIns="36875" rIns="73750" bIns="368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5418905" y="4955599"/>
            <a:ext cx="1764295" cy="284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750" tIns="36875" rIns="73750" bIns="368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frente CERTIFICADO FO.jpg"/>
          <p:cNvPicPr preferRelativeResize="0"/>
          <p:nvPr/>
        </p:nvPicPr>
        <p:blipFill rotWithShape="1">
          <a:blip r:embed="rId3">
            <a:alphaModFix/>
          </a:blip>
          <a:srcRect l="383" r="383"/>
          <a:stretch/>
        </p:blipFill>
        <p:spPr>
          <a:xfrm>
            <a:off x="0" y="-25024"/>
            <a:ext cx="7558497" cy="538799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566053" y="2151259"/>
            <a:ext cx="492922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ctr"/>
            <a:endParaRPr lang="es-ES" b="1" dirty="0">
              <a:solidFill>
                <a:schemeClr val="dk1"/>
              </a:solidFill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1280301" y="2530474"/>
            <a:ext cx="107157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endParaRPr lang="es-ES" sz="1200" dirty="0">
              <a:solidFill>
                <a:schemeClr val="dk1"/>
              </a:solidFill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5280829" y="2816226"/>
            <a:ext cx="57150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dirty="0">
                <a:solidFill>
                  <a:schemeClr val="dk1"/>
                </a:solidFill>
              </a:rPr>
              <a:t>5</a:t>
            </a:r>
            <a:r>
              <a:rPr lang="es-ES" sz="1200" dirty="0" smtClean="0">
                <a:solidFill>
                  <a:schemeClr val="dk1"/>
                </a:solidFill>
              </a:rPr>
              <a:t>40</a:t>
            </a:r>
            <a:endParaRPr sz="12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1063600" y="2826954"/>
            <a:ext cx="4071966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es-ES" sz="1200" dirty="0"/>
              <a:t>Electricista en </a:t>
            </a:r>
            <a:r>
              <a:rPr lang="es-ES" sz="1200" dirty="0" smtClean="0"/>
              <a:t>Inmuebles-----------------------------------</a:t>
            </a:r>
            <a:endParaRPr sz="12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3923507" y="3101978"/>
            <a:ext cx="307183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s-ES" sz="1200" dirty="0"/>
              <a:t>Electricista en Inmuebles según</a:t>
            </a:r>
            <a:endParaRPr lang="es-ES" sz="1200" dirty="0">
              <a:solidFill>
                <a:schemeClr val="dk1"/>
              </a:solidFill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851673" y="3387730"/>
            <a:ext cx="592935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s-ES" sz="1200" dirty="0" smtClean="0"/>
              <a:t>---</a:t>
            </a:r>
            <a:endParaRPr lang="es-ES" sz="1200" dirty="0">
              <a:solidFill>
                <a:schemeClr val="dk1"/>
              </a:solidFill>
            </a:endParaRPr>
          </a:p>
          <a:p>
            <a:pPr lvl="0"/>
            <a:endParaRPr lang="es-ES" sz="1200" dirty="0">
              <a:solidFill>
                <a:schemeClr val="dk1"/>
              </a:solidFill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2994813" y="3896549"/>
            <a:ext cx="71438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dirty="0" smtClean="0">
                <a:solidFill>
                  <a:schemeClr val="dk1"/>
                </a:solidFill>
              </a:rPr>
              <a:t>13</a:t>
            </a:r>
            <a:endParaRPr sz="12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3"/>
          <p:cNvSpPr txBox="1"/>
          <p:nvPr/>
        </p:nvSpPr>
        <p:spPr>
          <a:xfrm>
            <a:off x="3852069" y="3896549"/>
            <a:ext cx="2071702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Marzo</a:t>
            </a:r>
            <a:endParaRPr sz="12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3"/>
          <p:cNvSpPr txBox="1"/>
          <p:nvPr/>
        </p:nvSpPr>
        <p:spPr>
          <a:xfrm>
            <a:off x="6280961" y="3896549"/>
            <a:ext cx="71438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25</a:t>
            </a:r>
            <a:endParaRPr sz="12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3 CuadroTexto"/>
          <p:cNvSpPr txBox="1"/>
          <p:nvPr/>
        </p:nvSpPr>
        <p:spPr>
          <a:xfrm>
            <a:off x="2082800" y="1498600"/>
            <a:ext cx="3556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ES" dirty="0"/>
          </a:p>
        </p:txBody>
      </p:sp>
      <p:sp>
        <p:nvSpPr>
          <p:cNvPr id="6" name="5 Rectángulo"/>
          <p:cNvSpPr/>
          <p:nvPr/>
        </p:nvSpPr>
        <p:spPr>
          <a:xfrm>
            <a:off x="1993900" y="1498600"/>
            <a:ext cx="3465524" cy="15388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7" name="6 CuadroTexto"/>
          <p:cNvSpPr txBox="1"/>
          <p:nvPr/>
        </p:nvSpPr>
        <p:spPr>
          <a:xfrm>
            <a:off x="2143126" y="1448642"/>
            <a:ext cx="364729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smtClean="0">
                <a:latin typeface="Arial Rounded MT Bold" pitchFamily="34" charset="0"/>
              </a:rPr>
              <a:t>         </a:t>
            </a:r>
            <a:r>
              <a:rPr lang="es-ES" sz="1100" b="1" dirty="0" smtClean="0">
                <a:latin typeface="Arial Rounded MT Bold" pitchFamily="34" charset="0"/>
              </a:rPr>
              <a:t>SUBSECRETARIA DE EDUCACIÓN</a:t>
            </a:r>
            <a:endParaRPr lang="es-ES" sz="1100" b="1" dirty="0">
              <a:latin typeface="Arial Rounded MT Bold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4" descr="Dorso CERTIFICADO FO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1" y="254"/>
            <a:ext cx="7559040" cy="5346192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423045" y="458772"/>
            <a:ext cx="3357586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es-AR" sz="1000" dirty="0"/>
              <a:t>Circuitos Eléctricos y Mediciones (</a:t>
            </a:r>
            <a:r>
              <a:rPr lang="es-AR" sz="1000" dirty="0" smtClean="0"/>
              <a:t>EE0016.1)</a:t>
            </a:r>
            <a:endParaRPr sz="1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4"/>
          <p:cNvSpPr txBox="1"/>
          <p:nvPr/>
        </p:nvSpPr>
        <p:spPr>
          <a:xfrm>
            <a:off x="3923507" y="458772"/>
            <a:ext cx="3357586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es-ES" sz="1000" dirty="0"/>
              <a:t>Proyecto de Instalaciones Eléctricas  (EE0038.2)</a:t>
            </a:r>
            <a:endParaRPr sz="1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4"/>
          <p:cNvSpPr txBox="1"/>
          <p:nvPr/>
        </p:nvSpPr>
        <p:spPr>
          <a:xfrm>
            <a:off x="423045" y="887400"/>
            <a:ext cx="3357586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es-ES" sz="1000" dirty="0"/>
              <a:t>Relaciones Laborales y Orientación Profesional </a:t>
            </a:r>
            <a:r>
              <a:rPr lang="es-ES" sz="1000" dirty="0" smtClean="0"/>
              <a:t> (</a:t>
            </a:r>
            <a:r>
              <a:rPr lang="es-AR" sz="1000" dirty="0" smtClean="0"/>
              <a:t>EE0017.1)</a:t>
            </a:r>
            <a:endParaRPr sz="1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4"/>
          <p:cNvSpPr txBox="1"/>
          <p:nvPr/>
        </p:nvSpPr>
        <p:spPr>
          <a:xfrm>
            <a:off x="3923507" y="887400"/>
            <a:ext cx="3357586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--------------------------------------------------------------------------</a:t>
            </a:r>
            <a:endParaRPr sz="1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4"/>
          <p:cNvSpPr txBox="1"/>
          <p:nvPr/>
        </p:nvSpPr>
        <p:spPr>
          <a:xfrm>
            <a:off x="423045" y="1244590"/>
            <a:ext cx="3357586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es-AR" sz="1000" dirty="0"/>
              <a:t>Montaje de Instalaciones Eléctricas (</a:t>
            </a:r>
            <a:r>
              <a:rPr lang="es-AR" sz="1000" dirty="0" smtClean="0"/>
              <a:t>EE0024.2)</a:t>
            </a:r>
            <a:endParaRPr sz="1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4"/>
          <p:cNvSpPr txBox="1"/>
          <p:nvPr/>
        </p:nvSpPr>
        <p:spPr>
          <a:xfrm>
            <a:off x="3923507" y="1244590"/>
            <a:ext cx="3357586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--------------------------------------------------------------------------</a:t>
            </a:r>
            <a:endParaRPr sz="1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4"/>
          <p:cNvSpPr txBox="1"/>
          <p:nvPr/>
        </p:nvSpPr>
        <p:spPr>
          <a:xfrm>
            <a:off x="423045" y="1641311"/>
            <a:ext cx="3357586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es-ES" sz="1000" dirty="0"/>
              <a:t>Representación Gráfica (</a:t>
            </a:r>
            <a:r>
              <a:rPr lang="es-ES" sz="1000" dirty="0" smtClean="0"/>
              <a:t>EE0022.1</a:t>
            </a:r>
            <a:r>
              <a:rPr lang="es-ES" sz="1000" dirty="0"/>
              <a:t>)</a:t>
            </a:r>
            <a:endParaRPr sz="1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4"/>
          <p:cNvSpPr txBox="1"/>
          <p:nvPr/>
        </p:nvSpPr>
        <p:spPr>
          <a:xfrm>
            <a:off x="3923507" y="1641311"/>
            <a:ext cx="3357586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--------------------------------------------------------------------------</a:t>
            </a:r>
            <a:endParaRPr sz="1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423045" y="2030408"/>
            <a:ext cx="3357586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es-ES" sz="1000" dirty="0"/>
              <a:t>Instalaciones Eléctricas en Inmuebles (EE0037.2)</a:t>
            </a:r>
            <a:endParaRPr sz="1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3923507" y="2030408"/>
            <a:ext cx="3357586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--------------------------------------------------------------------------</a:t>
            </a:r>
            <a:endParaRPr sz="1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4"/>
          <p:cNvSpPr txBox="1"/>
          <p:nvPr/>
        </p:nvSpPr>
        <p:spPr>
          <a:xfrm>
            <a:off x="1423177" y="2554266"/>
            <a:ext cx="2214578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dirty="0" smtClean="0">
                <a:solidFill>
                  <a:schemeClr val="dk1"/>
                </a:solidFill>
              </a:rPr>
              <a:t>18 de Diciembre </a:t>
            </a:r>
            <a:r>
              <a:rPr lang="es-ES" sz="1200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 2024</a:t>
            </a:r>
            <a:endParaRPr sz="12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780763" y="2563930"/>
            <a:ext cx="250033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dirty="0" smtClean="0">
                <a:solidFill>
                  <a:schemeClr val="dk1"/>
                </a:solidFill>
              </a:rPr>
              <a:t>328</a:t>
            </a:r>
            <a:endParaRPr sz="12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1137425" y="4244986"/>
            <a:ext cx="250033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412</a:t>
            </a:r>
            <a:endParaRPr sz="12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4637887" y="4244986"/>
            <a:ext cx="250033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Lomas de Zamora</a:t>
            </a:r>
            <a:endParaRPr sz="12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473</TotalTime>
  <Words>72</Words>
  <Application>Microsoft Office PowerPoint</Application>
  <PresentationFormat>Personalizado</PresentationFormat>
  <Paragraphs>22</Paragraphs>
  <Slides>2</Slides>
  <Notes>2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3" baseType="lpstr">
      <vt:lpstr>Tema de Office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Javier</dc:creator>
  <cp:lastModifiedBy>Centro Formación Profesional</cp:lastModifiedBy>
  <cp:revision>32</cp:revision>
  <cp:lastPrinted>2023-11-17T15:10:13Z</cp:lastPrinted>
  <dcterms:modified xsi:type="dcterms:W3CDTF">2025-08-25T22:19:58Z</dcterms:modified>
</cp:coreProperties>
</file>